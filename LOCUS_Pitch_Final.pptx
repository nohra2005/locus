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28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mhe62@mail.aub.ed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tsn08@mail.aub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E63950">
              <a:alpha val="12000"/>
            </a:srgbClr>
          </a:solidFill>
          <a:ln w="12700">
            <a:solidFill>
              <a:srgbClr val="E6395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1800" dirty="0">
                <a:solidFill>
                  <a:srgbClr val="FFFFFF"/>
                </a:solidFill>
              </a:rPr>
              <a:t>LOCUS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B4D8"/>
                </a:solidFill>
              </a:rPr>
              <a:t>Find it in stores. Instantly.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90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Visual Search for Fashion Retail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4160520"/>
            <a:ext cx="219456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Tatiana </a:t>
            </a:r>
            <a:r>
              <a:rPr lang="en-US" sz="900" dirty="0" err="1">
                <a:solidFill>
                  <a:srgbClr val="94A3B8"/>
                </a:solidFill>
              </a:rPr>
              <a:t>Nohra</a:t>
            </a:r>
            <a:r>
              <a:rPr lang="en-US" sz="900" dirty="0">
                <a:solidFill>
                  <a:srgbClr val="94A3B8"/>
                </a:solidFill>
              </a:rPr>
              <a:t> &amp; Marc El Nawar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3520440"/>
          </a:xfrm>
          <a:prstGeom prst="rect">
            <a:avLst/>
          </a:prstGeom>
          <a:solidFill>
            <a:srgbClr val="FFF1F3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54864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50"/>
                </a:solidFill>
              </a:rPr>
              <a:t>Online Shopping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Photos don't reflect real colors or fit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You can't touch or try the product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Returns are a hassle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Discovery is algorithm-driven, not intent-driven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63950"/>
                </a:solidFill>
              </a:rPr>
              <a:t>You see it online  but you can't trust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3520440"/>
          </a:xfrm>
          <a:prstGeom prst="rect">
            <a:avLst/>
          </a:prstGeom>
          <a:solidFill>
            <a:srgbClr val="F0F4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</a:rPr>
              <a:t>Physical Shopping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Time-consuming to visit many stores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No way to know if a store has what you want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Lebanon has no centralized fashion marketplace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You might drive across town for nothing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493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77A8"/>
                </a:solidFill>
              </a:rPr>
              <a:t>You see it in stores  but can't find the right one fast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87952" y="2395728"/>
            <a:ext cx="603504" cy="47548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187952" y="2395728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82880"/>
            <a:ext cx="4754880" cy="4754880"/>
          </a:xfrm>
          <a:prstGeom prst="ellipse">
            <a:avLst/>
          </a:prstGeom>
          <a:solidFill>
            <a:srgbClr val="E63950">
              <a:alpha val="8000"/>
            </a:srgbClr>
          </a:solidFill>
          <a:ln w="12700">
            <a:solidFill>
              <a:srgbClr val="E63950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50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LOCUS is a visual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search engine for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fashion retail.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Upload any fashion photo - LOCUS finds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visually similar items in nearby stores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with exact location and a direct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WhatsApp link to confirm availability.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822960"/>
            <a:ext cx="3108960" cy="1115568"/>
          </a:xfrm>
          <a:prstGeom prst="rect">
            <a:avLst/>
          </a:prstGeom>
          <a:solidFill>
            <a:srgbClr val="1C2D42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42432" y="905256"/>
            <a:ext cx="320040" cy="32004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8" name="Text 6"/>
          <p:cNvSpPr/>
          <p:nvPr/>
        </p:nvSpPr>
        <p:spPr>
          <a:xfrm>
            <a:off x="5742432" y="905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44768" y="914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a photo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4768" y="13258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From Instagram, Pinterest, or anywhere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2148840"/>
            <a:ext cx="3108960" cy="1115568"/>
          </a:xfrm>
          <a:prstGeom prst="rect">
            <a:avLst/>
          </a:prstGeom>
          <a:solidFill>
            <a:srgbClr val="1C2D42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42432" y="223113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742432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44768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finds matches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26517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Fashion-CLIP visual similarity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3474720"/>
            <a:ext cx="3108960" cy="1115568"/>
          </a:xfrm>
          <a:prstGeom prst="rect">
            <a:avLst/>
          </a:prstGeom>
          <a:solidFill>
            <a:srgbClr val="1C2D42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42432" y="355701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Get store directions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3977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Map + WhatsApp to confirm stock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051560"/>
            <a:ext cx="594360" cy="59436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User Uploads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Photo from phone, Instagram, or web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25880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0515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39112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AI Processes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39112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Background removed, garment detected and vectorized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53512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59352" y="105156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95935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66744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Smart Search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66744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Vector DB queried for visually similar items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81144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86984" y="105156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586984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94376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Ranking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94376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Results scored by similarity, location and price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08776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14616" y="1051560"/>
            <a:ext cx="594360" cy="5943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7214616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22008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You See Results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22008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Map view + WhatsApp to confirm stock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8412480" cy="1572768"/>
          </a:xfrm>
          <a:prstGeom prst="rect">
            <a:avLst/>
          </a:prstGeom>
          <a:solidFill>
            <a:srgbClr val="1A2744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3649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50"/>
                </a:solidFill>
              </a:rPr>
              <a:t>Under the hood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730752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Fashion-CLIP encodes each image into a 512-dim vector optimized for garment similarity.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YOLO-World detects and crops the garment from the background so the model sees only the clothing.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Qdrant vector database returns the nearest neighbors in milliseconds across thousands of products.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Platform Infrastructure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4864" cy="1463040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051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" y="138074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Central entry point - handles auth, rate limiting, orchestration, and result delivery to the frontend.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051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Visual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9272" y="138074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Removes backgrounds, runs YOLO object detection, and encodes each image into a Fashion-CLIP vector.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9601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51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Attribute Tagger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38074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Uses Gemini 2.0 Flash to extract fine-grained attributes: color, style, silhouette, occasion, and material.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2432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24328"/>
            <a:ext cx="54864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" y="271576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Vector 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" y="304495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Qdrant Cloud stores and searches embeddings for all products - returning nearest neighbors in real time.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62432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624328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71576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Ranking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9272" y="304495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Hybrid scorer combining visual similarity, hard filters (category, price, location) and Gemini quality scores.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262432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2624328"/>
            <a:ext cx="54864" cy="1463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71576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React Frontend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04495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Web app with image upload, AI crop preview, store map (Leaflet), and search history - works as a PWA.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AI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572000" cy="3657600"/>
          </a:xfrm>
          <a:prstGeom prst="rect">
            <a:avLst/>
          </a:prstGeom>
          <a:solidFill>
            <a:srgbClr val="12233A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24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Fashion-CLIP?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5087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508760"/>
            <a:ext cx="11887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203704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Recall@5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Trained 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075688"/>
            <a:ext cx="1508760" cy="45720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" y="2121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Generic CLIP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2075688"/>
            <a:ext cx="1188720" cy="45720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6" name="Text 14"/>
          <p:cNvSpPr/>
          <p:nvPr/>
        </p:nvSpPr>
        <p:spPr>
          <a:xfrm>
            <a:off x="2203704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~75%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075688"/>
            <a:ext cx="1463040" cy="45720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8" name="Text 16"/>
          <p:cNvSpPr/>
          <p:nvPr/>
        </p:nvSpPr>
        <p:spPr>
          <a:xfrm>
            <a:off x="3438144" y="2121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General web images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642616"/>
            <a:ext cx="1508760" cy="45720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Fashion-CLIP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2642616"/>
            <a:ext cx="1188720" cy="45720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22" name="Text 20"/>
          <p:cNvSpPr/>
          <p:nvPr/>
        </p:nvSpPr>
        <p:spPr>
          <a:xfrm>
            <a:off x="2203704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96.7%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642616"/>
            <a:ext cx="1463040" cy="45720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24" name="Text 22"/>
          <p:cNvSpPr/>
          <p:nvPr/>
        </p:nvSpPr>
        <p:spPr>
          <a:xfrm>
            <a:off x="3438144" y="2688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800K fashion pairs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310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That's a +22 percentage point lift - just by switching the encoder.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914400"/>
            <a:ext cx="3566160" cy="1078992"/>
          </a:xfrm>
          <a:prstGeom prst="rect">
            <a:avLst/>
          </a:prstGeom>
          <a:solidFill>
            <a:srgbClr val="12233A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914400"/>
            <a:ext cx="45720" cy="107899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1005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50"/>
                </a:solidFill>
              </a:rPr>
              <a:t>Fashion-CLIP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49240" y="13350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Visual similarity encoder - turns any image into a 512-dim vector that clusters by garment style, not background scene.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2080" y="2130552"/>
            <a:ext cx="3566160" cy="1078992"/>
          </a:xfrm>
          <a:prstGeom prst="rect">
            <a:avLst/>
          </a:prstGeom>
          <a:solidFill>
            <a:srgbClr val="12233A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130552"/>
            <a:ext cx="45720" cy="10789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2221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YOLO-World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49240" y="25511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Object detection - isolates the garment from background clutter before vectorization, eliminating noise.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3346704"/>
            <a:ext cx="3566160" cy="1078992"/>
          </a:xfrm>
          <a:prstGeom prst="rect">
            <a:avLst/>
          </a:prstGeom>
          <a:solidFill>
            <a:srgbClr val="12233A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2080" y="3346704"/>
            <a:ext cx="45720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34381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Gemini 2.0 Flash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49240" y="37673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Attribute extraction and automated quality judge - evaluates if results are truly relevant before reaching the user.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Self-Improving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188720"/>
            <a:ext cx="640080" cy="64008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Users Rate Results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Star ratings collected after each 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Feedback Stored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036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Ratings feed into the training pipeline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1188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LoRA Fine-Tuning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3212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Fashion-CLIP adapter re-trained on new data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30175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Quality Gate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6240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Gemini judge scores new model vs baseline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25880" y="1508760"/>
            <a:ext cx="1645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1508760"/>
            <a:ext cx="1645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828800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337560"/>
            <a:ext cx="3657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914400"/>
            <a:ext cx="0" cy="2423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2926080"/>
            <a:ext cx="2011680" cy="1005840"/>
          </a:xfrm>
          <a:prstGeom prst="rect">
            <a:avLst/>
          </a:prstGeom>
          <a:solidFill>
            <a:srgbClr val="F0F4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0" y="2999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If approved: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310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New adapter hot-swapped into production in ~30 seconds with zero downtime.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The system gets smarter with every search - no manual retraining needed.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E63950">
              <a:alpha val="10000"/>
            </a:srgbClr>
          </a:solidFill>
          <a:ln w="12700">
            <a:solidFill>
              <a:srgbClr val="E63950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By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D399"/>
                </a:solidFill>
              </a:rPr>
              <a:t>96.7%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89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Recall@5 on golden dataset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15s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963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End-to-end search response time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50"/>
                </a:solidFill>
              </a:rPr>
              <a:t>+22pp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537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Lift over generic CLIP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</a:rPr>
              <a:t>0 GPU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111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Runs on commodity CPU hardware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Performance Goals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At least 8 of 10 returned items are visually similar to the query image.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Low-confidence predictions (&lt;45% resemblance) are automatically rejected before reaching the user.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Continuous LoRA fine-tuning means Recall@5 improves over time without manual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Market and 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7548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Why Lebanon, Why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No centralized fashion marketplace exists in Lebanon - every store is siloed.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Shoppers rely on Instagram DMs and in-person visits to find specific items.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Smartphone penetration is high - the behavior of photographing fashion items already exists.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LOCUS is the missing layer between inspiration (photo) and action (in-store visit).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960120"/>
            <a:ext cx="34290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40680" y="1143000"/>
            <a:ext cx="502920" cy="50292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51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50"/>
                </a:solidFill>
              </a:rPr>
              <a:t>Expand Beyond Lebanon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399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The model is market-agnostic - any city with fashion retail can onboard.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2194560"/>
            <a:ext cx="34290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23774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B2B Store Portal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Retailers upload inventory directly via a dedicated portal and analytics dashboard.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3429000"/>
            <a:ext cx="34290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36118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Outfit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3867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Vibe-check completion: suggest shoes, bags, and accessories to complete a look.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E63950">
              <a:alpha val="12000"/>
            </a:srgbClr>
          </a:solidFill>
          <a:ln w="12700">
            <a:solidFill>
              <a:srgbClr val="E6395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2000" dirty="0">
                <a:solidFill>
                  <a:srgbClr val="FFFFFF"/>
                </a:solidFill>
              </a:rPr>
              <a:t>LOCUS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</a:rPr>
              <a:t>Bridging the gap between fashion inspiration and your local store.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359152"/>
            <a:ext cx="27432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606040"/>
            <a:ext cx="2331720" cy="1417320"/>
          </a:xfrm>
          <a:prstGeom prst="rect">
            <a:avLst/>
          </a:prstGeom>
          <a:solidFill>
            <a:srgbClr val="12233A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06040"/>
            <a:ext cx="233172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Try the demo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Upload a photo and see results live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2606040"/>
            <a:ext cx="2331720" cy="1417320"/>
          </a:xfrm>
          <a:prstGeom prst="rect">
            <a:avLst/>
          </a:prstGeom>
          <a:solidFill>
            <a:srgbClr val="12233A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606040"/>
            <a:ext cx="233172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 with 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0168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Onboard your store's inventory today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331720" cy="1417320"/>
          </a:xfrm>
          <a:prstGeom prst="rect">
            <a:avLst/>
          </a:prstGeom>
          <a:solidFill>
            <a:srgbClr val="12233A"/>
          </a:solidFill>
          <a:ln/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606040"/>
            <a:ext cx="233172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in touch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hlinkClick r:id="rId3"/>
              </a:rPr>
              <a:t>mhe62@mail.aub.edu</a:t>
            </a:r>
            <a:endParaRPr lang="en-US" sz="950" dirty="0">
              <a:solidFill>
                <a:srgbClr val="94A3B8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hlinkClick r:id="rId4"/>
              </a:rPr>
              <a:t>tsn08@mail.aub.edu</a:t>
            </a:r>
            <a:endParaRPr lang="en-US" sz="950" dirty="0">
              <a:solidFill>
                <a:srgbClr val="94A3B8"/>
              </a:solidFill>
            </a:endParaRPr>
          </a:p>
          <a:p>
            <a:pPr marL="0" indent="0">
              <a:buNone/>
            </a:pPr>
            <a:endParaRPr lang="en-US" sz="950" dirty="0">
              <a:solidFill>
                <a:srgbClr val="94A3B8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Microsoft Office PowerPoint</Application>
  <PresentationFormat>On-screen Show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LOCUS Pitch Deck</dc:title>
  <dc:subject>PptxGenJS Presentation</dc:subject>
  <dc:creator>PptxGenJS</dc:creator>
  <cp:lastModifiedBy>Marc Nae511</cp:lastModifiedBy>
  <cp:revision>2</cp:revision>
  <dcterms:created xsi:type="dcterms:W3CDTF">2026-05-03T22:00:04Z</dcterms:created>
  <dcterms:modified xsi:type="dcterms:W3CDTF">2026-05-03T22:03:33Z</dcterms:modified>
</cp:coreProperties>
</file>